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36B1E4-ED54-4B6B-9A4B-EB199ECD9E36}" v="4" dt="2026-04-28T00:31:53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6" d="100"/>
          <a:sy n="86" d="100"/>
        </p:scale>
        <p:origin x="1354" y="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las, Stephanie" userId="0e3981f3-5d31-41a6-a4c7-f65b233ceefb" providerId="ADAL" clId="{599305EA-5778-4711-B3C7-1520C997B85E}"/>
    <pc:docChg chg="undo custSel modSld sldOrd">
      <pc:chgData name="Ballas, Stephanie" userId="0e3981f3-5d31-41a6-a4c7-f65b233ceefb" providerId="ADAL" clId="{599305EA-5778-4711-B3C7-1520C997B85E}" dt="2026-04-28T00:32:07.095" v="494" actId="14100"/>
      <pc:docMkLst>
        <pc:docMk/>
      </pc:docMkLst>
      <pc:sldChg chg="delSp modSp mod">
        <pc:chgData name="Ballas, Stephanie" userId="0e3981f3-5d31-41a6-a4c7-f65b233ceefb" providerId="ADAL" clId="{599305EA-5778-4711-B3C7-1520C997B85E}" dt="2026-04-28T00:08:37.904" v="1" actId="478"/>
        <pc:sldMkLst>
          <pc:docMk/>
          <pc:sldMk cId="0" sldId="256"/>
        </pc:sldMkLst>
        <pc:spChg chg="mod">
          <ac:chgData name="Ballas, Stephanie" userId="0e3981f3-5d31-41a6-a4c7-f65b233ceefb" providerId="ADAL" clId="{599305EA-5778-4711-B3C7-1520C997B85E}" dt="2026-04-28T00:08:33.786" v="0" actId="20577"/>
          <ac:spMkLst>
            <pc:docMk/>
            <pc:sldMk cId="0" sldId="256"/>
            <ac:spMk id="8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08:37.904" v="1" actId="478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Ballas, Stephanie" userId="0e3981f3-5d31-41a6-a4c7-f65b233ceefb" providerId="ADAL" clId="{599305EA-5778-4711-B3C7-1520C997B85E}" dt="2026-04-28T00:24:37.092" v="335" actId="20577"/>
        <pc:sldMkLst>
          <pc:docMk/>
          <pc:sldMk cId="0" sldId="257"/>
        </pc:sldMkLst>
        <pc:spChg chg="mod">
          <ac:chgData name="Ballas, Stephanie" userId="0e3981f3-5d31-41a6-a4c7-f65b233ceefb" providerId="ADAL" clId="{599305EA-5778-4711-B3C7-1520C997B85E}" dt="2026-04-28T00:08:44.540" v="3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08:52.487" v="4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4:37.092" v="335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09:39.745" v="31" actId="20577"/>
          <ac:spMkLst>
            <pc:docMk/>
            <pc:sldMk cId="0" sldId="257"/>
            <ac:spMk id="20" creationId="{00000000-0000-0000-0000-000000000000}"/>
          </ac:spMkLst>
        </pc:spChg>
      </pc:sldChg>
      <pc:sldChg chg="delSp modSp mod">
        <pc:chgData name="Ballas, Stephanie" userId="0e3981f3-5d31-41a6-a4c7-f65b233ceefb" providerId="ADAL" clId="{599305EA-5778-4711-B3C7-1520C997B85E}" dt="2026-04-28T00:10:57.233" v="41" actId="478"/>
        <pc:sldMkLst>
          <pc:docMk/>
          <pc:sldMk cId="0" sldId="258"/>
        </pc:sldMkLst>
        <pc:spChg chg="del mod">
          <ac:chgData name="Ballas, Stephanie" userId="0e3981f3-5d31-41a6-a4c7-f65b233ceefb" providerId="ADAL" clId="{599305EA-5778-4711-B3C7-1520C997B85E}" dt="2026-04-28T00:10:57.233" v="41" actId="478"/>
          <ac:spMkLst>
            <pc:docMk/>
            <pc:sldMk cId="0" sldId="258"/>
            <ac:spMk id="5" creationId="{00000000-0000-0000-0000-000000000000}"/>
          </ac:spMkLst>
        </pc:spChg>
        <pc:graphicFrameChg chg="modGraphic">
          <ac:chgData name="Ballas, Stephanie" userId="0e3981f3-5d31-41a6-a4c7-f65b233ceefb" providerId="ADAL" clId="{599305EA-5778-4711-B3C7-1520C997B85E}" dt="2026-04-28T00:10:11.800" v="38" actId="20577"/>
          <ac:graphicFrameMkLst>
            <pc:docMk/>
            <pc:sldMk cId="0" sldId="258"/>
            <ac:graphicFrameMk id="9" creationId="{00000000-0000-0000-0000-000000000000}"/>
          </ac:graphicFrameMkLst>
        </pc:graphicFrameChg>
      </pc:sldChg>
      <pc:sldChg chg="modSp mod">
        <pc:chgData name="Ballas, Stephanie" userId="0e3981f3-5d31-41a6-a4c7-f65b233ceefb" providerId="ADAL" clId="{599305EA-5778-4711-B3C7-1520C997B85E}" dt="2026-04-28T00:10:50.097" v="39" actId="20577"/>
        <pc:sldMkLst>
          <pc:docMk/>
          <pc:sldMk cId="0" sldId="259"/>
        </pc:sldMkLst>
        <pc:spChg chg="mod">
          <ac:chgData name="Ballas, Stephanie" userId="0e3981f3-5d31-41a6-a4c7-f65b233ceefb" providerId="ADAL" clId="{599305EA-5778-4711-B3C7-1520C997B85E}" dt="2026-04-28T00:10:50.097" v="39" actId="20577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Ballas, Stephanie" userId="0e3981f3-5d31-41a6-a4c7-f65b233ceefb" providerId="ADAL" clId="{599305EA-5778-4711-B3C7-1520C997B85E}" dt="2026-04-28T00:14:15.528" v="163" actId="20577"/>
        <pc:sldMkLst>
          <pc:docMk/>
          <pc:sldMk cId="0" sldId="260"/>
        </pc:sldMkLst>
        <pc:spChg chg="del">
          <ac:chgData name="Ballas, Stephanie" userId="0e3981f3-5d31-41a6-a4c7-f65b233ceefb" providerId="ADAL" clId="{599305EA-5778-4711-B3C7-1520C997B85E}" dt="2026-04-28T00:11:05.378" v="42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2:05.470" v="77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4:15.528" v="163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3:13.462" v="107" actId="12"/>
          <ac:spMkLst>
            <pc:docMk/>
            <pc:sldMk cId="0" sldId="260"/>
            <ac:spMk id="20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2:53.702" v="94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3:10.596" v="105" actId="12"/>
          <ac:spMkLst>
            <pc:docMk/>
            <pc:sldMk cId="0" sldId="260"/>
            <ac:spMk id="24" creationId="{00000000-0000-0000-0000-000000000000}"/>
          </ac:spMkLst>
        </pc:spChg>
      </pc:sldChg>
      <pc:sldChg chg="addSp delSp modSp mod">
        <pc:chgData name="Ballas, Stephanie" userId="0e3981f3-5d31-41a6-a4c7-f65b233ceefb" providerId="ADAL" clId="{599305EA-5778-4711-B3C7-1520C997B85E}" dt="2026-04-28T00:29:20.318" v="452" actId="1036"/>
        <pc:sldMkLst>
          <pc:docMk/>
          <pc:sldMk cId="0" sldId="261"/>
        </pc:sldMkLst>
        <pc:spChg chg="del mod">
          <ac:chgData name="Ballas, Stephanie" userId="0e3981f3-5d31-41a6-a4c7-f65b233ceefb" providerId="ADAL" clId="{599305EA-5778-4711-B3C7-1520C997B85E}" dt="2026-04-28T00:28:07.537" v="427" actId="478"/>
          <ac:spMkLst>
            <pc:docMk/>
            <pc:sldMk cId="0" sldId="261"/>
            <ac:spMk id="9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4:09.135" v="327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8:54.974" v="444" actId="1076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Ballas, Stephanie" userId="0e3981f3-5d31-41a6-a4c7-f65b233ceefb" providerId="ADAL" clId="{599305EA-5778-4711-B3C7-1520C997B85E}" dt="2026-04-28T00:28:08.699" v="428" actId="478"/>
          <ac:spMkLst>
            <pc:docMk/>
            <pc:sldMk cId="0" sldId="261"/>
            <ac:spMk id="12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4:45.630" v="336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9:03.162" v="446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8:46.728" v="442" actId="1076"/>
          <ac:spMkLst>
            <pc:docMk/>
            <pc:sldMk cId="0" sldId="261"/>
            <ac:spMk id="15" creationId="{00000000-0000-0000-0000-000000000000}"/>
          </ac:spMkLst>
        </pc:spChg>
        <pc:picChg chg="add del mod">
          <ac:chgData name="Ballas, Stephanie" userId="0e3981f3-5d31-41a6-a4c7-f65b233ceefb" providerId="ADAL" clId="{599305EA-5778-4711-B3C7-1520C997B85E}" dt="2026-04-28T00:23:46.322" v="325" actId="478"/>
          <ac:picMkLst>
            <pc:docMk/>
            <pc:sldMk cId="0" sldId="261"/>
            <ac:picMk id="17" creationId="{4BA9F936-D989-085C-2FEB-EA9648548C6E}"/>
          </ac:picMkLst>
        </pc:picChg>
        <pc:picChg chg="add mod">
          <ac:chgData name="Ballas, Stephanie" userId="0e3981f3-5d31-41a6-a4c7-f65b233ceefb" providerId="ADAL" clId="{599305EA-5778-4711-B3C7-1520C997B85E}" dt="2026-04-28T00:29:09.706" v="448" actId="1076"/>
          <ac:picMkLst>
            <pc:docMk/>
            <pc:sldMk cId="0" sldId="261"/>
            <ac:picMk id="19" creationId="{0DBF9A12-BDFC-B792-F06B-12D19C4B0EEB}"/>
          </ac:picMkLst>
        </pc:picChg>
        <pc:picChg chg="add mod">
          <ac:chgData name="Ballas, Stephanie" userId="0e3981f3-5d31-41a6-a4c7-f65b233ceefb" providerId="ADAL" clId="{599305EA-5778-4711-B3C7-1520C997B85E}" dt="2026-04-28T00:29:20.318" v="452" actId="1036"/>
          <ac:picMkLst>
            <pc:docMk/>
            <pc:sldMk cId="0" sldId="261"/>
            <ac:picMk id="21" creationId="{B8E9D2B1-68B8-83BE-42C6-5A7149831571}"/>
          </ac:picMkLst>
        </pc:picChg>
      </pc:sldChg>
      <pc:sldChg chg="addSp delSp modSp mod">
        <pc:chgData name="Ballas, Stephanie" userId="0e3981f3-5d31-41a6-a4c7-f65b233ceefb" providerId="ADAL" clId="{599305EA-5778-4711-B3C7-1520C997B85E}" dt="2026-04-28T00:29:43.465" v="456" actId="1076"/>
        <pc:sldMkLst>
          <pc:docMk/>
          <pc:sldMk cId="0" sldId="262"/>
        </pc:sldMkLst>
        <pc:spChg chg="mod">
          <ac:chgData name="Ballas, Stephanie" userId="0e3981f3-5d31-41a6-a4c7-f65b233ceefb" providerId="ADAL" clId="{599305EA-5778-4711-B3C7-1520C997B85E}" dt="2026-04-28T00:27:48.163" v="423" actId="20577"/>
          <ac:spMkLst>
            <pc:docMk/>
            <pc:sldMk cId="0" sldId="262"/>
            <ac:spMk id="4" creationId="{00000000-0000-0000-0000-000000000000}"/>
          </ac:spMkLst>
        </pc:spChg>
        <pc:spChg chg="del mod">
          <ac:chgData name="Ballas, Stephanie" userId="0e3981f3-5d31-41a6-a4c7-f65b233ceefb" providerId="ADAL" clId="{599305EA-5778-4711-B3C7-1520C997B85E}" dt="2026-04-28T00:26:45.970" v="408" actId="478"/>
          <ac:spMkLst>
            <pc:docMk/>
            <pc:sldMk cId="0" sldId="262"/>
            <ac:spMk id="9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5:07.653" v="340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7:55.345" v="424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8:02.786" v="426" actId="14100"/>
          <ac:spMkLst>
            <pc:docMk/>
            <pc:sldMk cId="0" sldId="262"/>
            <ac:spMk id="12" creationId="{00000000-0000-0000-0000-000000000000}"/>
          </ac:spMkLst>
        </pc:spChg>
        <pc:picChg chg="add mod modCrop">
          <ac:chgData name="Ballas, Stephanie" userId="0e3981f3-5d31-41a6-a4c7-f65b233ceefb" providerId="ADAL" clId="{599305EA-5778-4711-B3C7-1520C997B85E}" dt="2026-04-28T00:29:43.465" v="456" actId="1076"/>
          <ac:picMkLst>
            <pc:docMk/>
            <pc:sldMk cId="0" sldId="262"/>
            <ac:picMk id="14" creationId="{D95485EB-1B2D-D17B-C764-9F45EA97B7D9}"/>
          </ac:picMkLst>
        </pc:picChg>
      </pc:sldChg>
      <pc:sldChg chg="addSp delSp modSp mod">
        <pc:chgData name="Ballas, Stephanie" userId="0e3981f3-5d31-41a6-a4c7-f65b233ceefb" providerId="ADAL" clId="{599305EA-5778-4711-B3C7-1520C997B85E}" dt="2026-04-28T00:30:10.723" v="475" actId="1037"/>
        <pc:sldMkLst>
          <pc:docMk/>
          <pc:sldMk cId="0" sldId="263"/>
        </pc:sldMkLst>
        <pc:spChg chg="del mod">
          <ac:chgData name="Ballas, Stephanie" userId="0e3981f3-5d31-41a6-a4c7-f65b233ceefb" providerId="ADAL" clId="{599305EA-5778-4711-B3C7-1520C997B85E}" dt="2026-04-28T00:29:48.768" v="457" actId="478"/>
          <ac:spMkLst>
            <pc:docMk/>
            <pc:sldMk cId="0" sldId="263"/>
            <ac:spMk id="9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5:27.124" v="342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6:17.633" v="403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30:10.723" v="475" actId="1037"/>
          <ac:spMkLst>
            <pc:docMk/>
            <pc:sldMk cId="0" sldId="263"/>
            <ac:spMk id="14" creationId="{00000000-0000-0000-0000-000000000000}"/>
          </ac:spMkLst>
        </pc:spChg>
        <pc:graphicFrameChg chg="modGraphic">
          <ac:chgData name="Ballas, Stephanie" userId="0e3981f3-5d31-41a6-a4c7-f65b233ceefb" providerId="ADAL" clId="{599305EA-5778-4711-B3C7-1520C997B85E}" dt="2026-04-28T00:26:27.703" v="405" actId="20577"/>
          <ac:graphicFrameMkLst>
            <pc:docMk/>
            <pc:sldMk cId="0" sldId="263"/>
            <ac:graphicFrameMk id="12" creationId="{00000000-0000-0000-0000-000000000000}"/>
          </ac:graphicFrameMkLst>
        </pc:graphicFrameChg>
        <pc:picChg chg="add mod">
          <ac:chgData name="Ballas, Stephanie" userId="0e3981f3-5d31-41a6-a4c7-f65b233ceefb" providerId="ADAL" clId="{599305EA-5778-4711-B3C7-1520C997B85E}" dt="2026-04-28T00:30:05.371" v="468" actId="1038"/>
          <ac:picMkLst>
            <pc:docMk/>
            <pc:sldMk cId="0" sldId="263"/>
            <ac:picMk id="16" creationId="{2241F713-7726-667E-029C-E8F2CE7D4881}"/>
          </ac:picMkLst>
        </pc:picChg>
      </pc:sldChg>
      <pc:sldChg chg="delSp modSp mod">
        <pc:chgData name="Ballas, Stephanie" userId="0e3981f3-5d31-41a6-a4c7-f65b233ceefb" providerId="ADAL" clId="{599305EA-5778-4711-B3C7-1520C997B85E}" dt="2026-04-28T00:16:09.837" v="231" actId="20577"/>
        <pc:sldMkLst>
          <pc:docMk/>
          <pc:sldMk cId="0" sldId="264"/>
        </pc:sldMkLst>
        <pc:spChg chg="del">
          <ac:chgData name="Ballas, Stephanie" userId="0e3981f3-5d31-41a6-a4c7-f65b233ceefb" providerId="ADAL" clId="{599305EA-5778-4711-B3C7-1520C997B85E}" dt="2026-04-28T00:14:49.329" v="201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4:46.217" v="200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6:02.236" v="230" actId="20577"/>
          <ac:spMkLst>
            <pc:docMk/>
            <pc:sldMk cId="0" sldId="264"/>
            <ac:spMk id="17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6:09.837" v="231" actId="2057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5:04.276" v="212" actId="20577"/>
          <ac:spMkLst>
            <pc:docMk/>
            <pc:sldMk cId="0" sldId="264"/>
            <ac:spMk id="23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5:49.140" v="227" actId="2057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5:37.245" v="220" actId="20577"/>
          <ac:spMkLst>
            <pc:docMk/>
            <pc:sldMk cId="0" sldId="264"/>
            <ac:spMk id="38" creationId="{00000000-0000-0000-0000-000000000000}"/>
          </ac:spMkLst>
        </pc:spChg>
      </pc:sldChg>
      <pc:sldChg chg="addSp delSp modSp mod ord">
        <pc:chgData name="Ballas, Stephanie" userId="0e3981f3-5d31-41a6-a4c7-f65b233ceefb" providerId="ADAL" clId="{599305EA-5778-4711-B3C7-1520C997B85E}" dt="2026-04-28T00:32:07.095" v="494" actId="14100"/>
        <pc:sldMkLst>
          <pc:docMk/>
          <pc:sldMk cId="0" sldId="265"/>
        </pc:sldMkLst>
        <pc:spChg chg="mod">
          <ac:chgData name="Ballas, Stephanie" userId="0e3981f3-5d31-41a6-a4c7-f65b233ceefb" providerId="ADAL" clId="{599305EA-5778-4711-B3C7-1520C997B85E}" dt="2026-04-28T00:31:34.799" v="489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31:43.533" v="491" actId="1076"/>
          <ac:spMkLst>
            <pc:docMk/>
            <pc:sldMk cId="0" sldId="265"/>
            <ac:spMk id="5" creationId="{00000000-0000-0000-0000-000000000000}"/>
          </ac:spMkLst>
        </pc:spChg>
        <pc:spChg chg="del mod ord">
          <ac:chgData name="Ballas, Stephanie" userId="0e3981f3-5d31-41a6-a4c7-f65b233ceefb" providerId="ADAL" clId="{599305EA-5778-4711-B3C7-1520C997B85E}" dt="2026-04-28T00:30:26.509" v="476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Ballas, Stephanie" userId="0e3981f3-5d31-41a6-a4c7-f65b233ceefb" providerId="ADAL" clId="{599305EA-5778-4711-B3C7-1520C997B85E}" dt="2026-04-28T00:30:29.041" v="477" actId="478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Ballas, Stephanie" userId="0e3981f3-5d31-41a6-a4c7-f65b233ceefb" providerId="ADAL" clId="{599305EA-5778-4711-B3C7-1520C997B85E}" dt="2026-04-28T00:30:33.908" v="480" actId="478"/>
          <ac:spMkLst>
            <pc:docMk/>
            <pc:sldMk cId="0" sldId="265"/>
            <ac:spMk id="11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18:24.990" v="238" actId="20577"/>
          <ac:spMkLst>
            <pc:docMk/>
            <pc:sldMk cId="0" sldId="265"/>
            <ac:spMk id="12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29.541" v="239" actId="478"/>
          <ac:spMkLst>
            <pc:docMk/>
            <pc:sldMk cId="0" sldId="265"/>
            <ac:spMk id="13" creationId="{00000000-0000-0000-0000-000000000000}"/>
          </ac:spMkLst>
        </pc:spChg>
        <pc:spChg chg="del mod">
          <ac:chgData name="Ballas, Stephanie" userId="0e3981f3-5d31-41a6-a4c7-f65b233ceefb" providerId="ADAL" clId="{599305EA-5778-4711-B3C7-1520C997B85E}" dt="2026-04-28T00:18:49.856" v="242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23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24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26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27" creationId="{00000000-0000-0000-0000-000000000000}"/>
          </ac:spMkLst>
        </pc:spChg>
        <pc:spChg chg="del">
          <ac:chgData name="Ballas, Stephanie" userId="0e3981f3-5d31-41a6-a4c7-f65b233ceefb" providerId="ADAL" clId="{599305EA-5778-4711-B3C7-1520C997B85E}" dt="2026-04-28T00:18:56.419" v="243" actId="478"/>
          <ac:spMkLst>
            <pc:docMk/>
            <pc:sldMk cId="0" sldId="265"/>
            <ac:spMk id="28" creationId="{00000000-0000-0000-0000-000000000000}"/>
          </ac:spMkLst>
        </pc:spChg>
        <pc:spChg chg="add mod">
          <ac:chgData name="Ballas, Stephanie" userId="0e3981f3-5d31-41a6-a4c7-f65b233ceefb" providerId="ADAL" clId="{599305EA-5778-4711-B3C7-1520C997B85E}" dt="2026-04-28T00:32:07.095" v="494" actId="14100"/>
          <ac:spMkLst>
            <pc:docMk/>
            <pc:sldMk cId="0" sldId="265"/>
            <ac:spMk id="29" creationId="{C02D0C60-BD53-64A9-1A81-2BB5FFE01029}"/>
          </ac:spMkLst>
        </pc:spChg>
      </pc:sldChg>
      <pc:sldChg chg="modSp mod">
        <pc:chgData name="Ballas, Stephanie" userId="0e3981f3-5d31-41a6-a4c7-f65b233ceefb" providerId="ADAL" clId="{599305EA-5778-4711-B3C7-1520C997B85E}" dt="2026-04-28T00:21:49.498" v="305" actId="20577"/>
        <pc:sldMkLst>
          <pc:docMk/>
          <pc:sldMk cId="0" sldId="266"/>
        </pc:sldMkLst>
        <pc:spChg chg="mod">
          <ac:chgData name="Ballas, Stephanie" userId="0e3981f3-5d31-41a6-a4c7-f65b233ceefb" providerId="ADAL" clId="{599305EA-5778-4711-B3C7-1520C997B85E}" dt="2026-04-28T00:21:24.503" v="271" actId="2057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1:49.498" v="305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1:39.385" v="303" actId="20577"/>
          <ac:spMkLst>
            <pc:docMk/>
            <pc:sldMk cId="0" sldId="266"/>
            <ac:spMk id="24" creationId="{00000000-0000-0000-0000-000000000000}"/>
          </ac:spMkLst>
        </pc:spChg>
      </pc:sldChg>
      <pc:sldChg chg="modSp mod">
        <pc:chgData name="Ballas, Stephanie" userId="0e3981f3-5d31-41a6-a4c7-f65b233ceefb" providerId="ADAL" clId="{599305EA-5778-4711-B3C7-1520C997B85E}" dt="2026-04-28T00:22:45.916" v="318" actId="20577"/>
        <pc:sldMkLst>
          <pc:docMk/>
          <pc:sldMk cId="0" sldId="267"/>
        </pc:sldMkLst>
        <pc:spChg chg="mod">
          <ac:chgData name="Ballas, Stephanie" userId="0e3981f3-5d31-41a6-a4c7-f65b233ceefb" providerId="ADAL" clId="{599305EA-5778-4711-B3C7-1520C997B85E}" dt="2026-04-28T00:22:38.137" v="317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2:30.798" v="314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Ballas, Stephanie" userId="0e3981f3-5d31-41a6-a4c7-f65b233ceefb" providerId="ADAL" clId="{599305EA-5778-4711-B3C7-1520C997B85E}" dt="2026-04-28T00:22:45.916" v="318" actId="20577"/>
          <ac:spMkLst>
            <pc:docMk/>
            <pc:sldMk cId="0" sldId="26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621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phanieballas/ISG5312FinalProjec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91440"/>
            <a:ext cx="54864" cy="4960620"/>
          </a:xfrm>
          <a:prstGeom prst="rect">
            <a:avLst/>
          </a:prstGeom>
          <a:solidFill>
            <a:srgbClr val="6B9DC8"/>
          </a:solidFill>
          <a:ln w="12700">
            <a:solidFill>
              <a:srgbClr val="6B9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Somatic Variant Calling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C8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Canine Osteosarcoma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0" y="2103120"/>
            <a:ext cx="2743200" cy="36576"/>
          </a:xfrm>
          <a:prstGeom prst="rect">
            <a:avLst/>
          </a:prstGeom>
          <a:solidFill>
            <a:srgbClr val="6B9DC8"/>
          </a:solidFill>
          <a:ln w="12700">
            <a:solidFill>
              <a:srgbClr val="6B9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of Das et al. (2021)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Stephanie Ballas  |  ISG5312 Final Project  |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Aims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Background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399032"/>
            <a:ext cx="36576" cy="22860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14173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Osteosarcoma (OSA) </a:t>
            </a: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common primary bone tumor in dogs, with a poor prognosis.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WES on 26 paired tumor-normal samples from canine OSA patients, identifying recurrent somatic mutations and linking mutation status to survival.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and SETD2 as top driver genes; TP53 missense mutations are associated with longer patient survival (DFI)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Aims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54864" cy="868680"/>
          </a:xfrm>
          <a:prstGeom prst="rect">
            <a:avLst/>
          </a:prstGeom>
          <a:solidFill>
            <a:srgbClr val="4A7EB5"/>
          </a:solidFill>
          <a:ln w="1270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Somatic Variant Calling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GATK Mutect2 somatic SNV/indel calls in 26 paired tumor-normal samples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46888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468880"/>
            <a:ext cx="54864" cy="868680"/>
          </a:xfrm>
          <a:prstGeom prst="rect">
            <a:avLst/>
          </a:prstGeom>
          <a:solidFill>
            <a:srgbClr val="4A7EB5"/>
          </a:solidFill>
          <a:ln w="1270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Annotation &amp; Filtering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788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variants with </a:t>
            </a:r>
            <a:r>
              <a:rPr lang="en-US" sz="1000" dirty="0" err="1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SnpEff</a:t>
            </a: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apply PASS filter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47472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3474720"/>
            <a:ext cx="54864" cy="868680"/>
          </a:xfrm>
          <a:prstGeom prst="rect">
            <a:avLst/>
          </a:prstGeom>
          <a:solidFill>
            <a:srgbClr val="4A7EB5"/>
          </a:solidFill>
          <a:ln w="1270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Figures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Fig 1a (SNV counts), 1b (mutation types), 2a (oncoprint), 6a (TP53 KM plot)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451300"/>
              </p:ext>
            </p:extLst>
          </p:nvPr>
        </p:nvGraphicFramePr>
        <p:xfrm>
          <a:off x="365760" y="1097280"/>
          <a:ext cx="8412480" cy="322707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et al. (2021)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BioProject (Tumor)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PRJNA613479 — 26 canine OSA tumor WES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BioProject (Normal)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PRJNA503860 — matched normal WES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Genome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CanFam3.1 (Ensembl release 104)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Sequencing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Paired-end whole exome sequencing (WES)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Pairs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paired tumor-normal samples (2 excluded -- see limitations)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T-343: matched normal unavailable in SRA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T-1087 &amp; M-1166: Mutect2 reruns timed out at 72hr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This project was originally planned around a human glioblastoma dataset requiring dbGaP controlled access. After failing to identify a suitable public human WES dataset, the project was redirected to this fully public canine OSA dataset.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15568"/>
            <a:ext cx="1965960" cy="201168"/>
          </a:xfrm>
          <a:prstGeom prst="rect">
            <a:avLst/>
          </a:prstGeom>
          <a:solidFill>
            <a:srgbClr val="6B9DC8"/>
          </a:solidFill>
          <a:ln w="12700">
            <a:solidFill>
              <a:srgbClr val="6B9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389888"/>
            <a:ext cx="347472" cy="347472"/>
          </a:xfrm>
          <a:prstGeom prst="ellipse">
            <a:avLst/>
          </a:prstGeom>
          <a:solidFill>
            <a:srgbClr val="6B9DC8"/>
          </a:solidFill>
          <a:ln w="12700">
            <a:solidFill>
              <a:srgbClr val="6B9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1371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Download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182880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 Toolkit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40280" y="1801368"/>
            <a:ext cx="201168" cy="0"/>
          </a:xfrm>
          <a:prstGeom prst="line">
            <a:avLst/>
          </a:prstGeom>
          <a:noFill/>
          <a:ln w="1905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41448" y="111556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41448" y="1115568"/>
            <a:ext cx="1965960" cy="201168"/>
          </a:xfrm>
          <a:prstGeom prst="rect">
            <a:avLst/>
          </a:prstGeom>
          <a:solidFill>
            <a:srgbClr val="4A7EB5"/>
          </a:solidFill>
          <a:ln w="1270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14600" y="1389888"/>
            <a:ext cx="347472" cy="347472"/>
          </a:xfrm>
          <a:prstGeom prst="ellipse">
            <a:avLst/>
          </a:prstGeom>
          <a:solidFill>
            <a:srgbClr val="4A7EB5"/>
          </a:solidFill>
          <a:ln w="1270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1460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16936" y="1371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32888" y="182880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Trimmomatic + FastQC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07408" y="1801368"/>
            <a:ext cx="201168" cy="0"/>
          </a:xfrm>
          <a:prstGeom prst="line">
            <a:avLst/>
          </a:prstGeom>
          <a:noFill/>
          <a:ln w="1905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08576" y="111556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08576" y="1115568"/>
            <a:ext cx="1965960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81728" y="1389888"/>
            <a:ext cx="347472" cy="347472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81728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84064" y="1371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0016" y="182880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BWA-MEM → CanFam3.1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74536" y="1801368"/>
            <a:ext cx="201168" cy="0"/>
          </a:xfrm>
          <a:prstGeom prst="line">
            <a:avLst/>
          </a:prstGeom>
          <a:noFill/>
          <a:ln w="1905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75704" y="111556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75704" y="1115568"/>
            <a:ext cx="1965960" cy="201168"/>
          </a:xfrm>
          <a:prstGeom prst="rect">
            <a:avLst/>
          </a:prstGeom>
          <a:solidFill>
            <a:srgbClr val="6B9DC8"/>
          </a:solidFill>
          <a:ln w="12700">
            <a:solidFill>
              <a:srgbClr val="6B9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48856" y="1389888"/>
            <a:ext cx="347472" cy="347472"/>
          </a:xfrm>
          <a:prstGeom prst="ellipse">
            <a:avLst/>
          </a:prstGeom>
          <a:solidFill>
            <a:srgbClr val="6B9DC8"/>
          </a:solidFill>
          <a:ln w="12700">
            <a:solidFill>
              <a:srgbClr val="6B9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48856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51192" y="1371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QC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67144" y="182880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SAMtools + MultiQC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280720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2807208"/>
            <a:ext cx="1965960" cy="2011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47472" y="3081528"/>
            <a:ext cx="347472" cy="347472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747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9808" y="3063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Calling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352044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GATK Mutect2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40280" y="3493008"/>
            <a:ext cx="201168" cy="0"/>
          </a:xfrm>
          <a:prstGeom prst="line">
            <a:avLst/>
          </a:prstGeom>
          <a:noFill/>
          <a:ln w="1905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441448" y="280720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441448" y="2807208"/>
            <a:ext cx="1965960" cy="201168"/>
          </a:xfrm>
          <a:prstGeom prst="rect">
            <a:avLst/>
          </a:prstGeom>
          <a:solidFill>
            <a:srgbClr val="C06A1A"/>
          </a:solidFill>
          <a:ln w="12700">
            <a:solidFill>
              <a:srgbClr val="C06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514600" y="3081528"/>
            <a:ext cx="347472" cy="347472"/>
          </a:xfrm>
          <a:prstGeom prst="ellipse">
            <a:avLst/>
          </a:prstGeom>
          <a:solidFill>
            <a:srgbClr val="C06A1A"/>
          </a:solidFill>
          <a:ln w="12700">
            <a:solidFill>
              <a:srgbClr val="C06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51460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916936" y="3063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532888" y="352044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FilterMutectCalls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407408" y="3493008"/>
            <a:ext cx="201168" cy="0"/>
          </a:xfrm>
          <a:prstGeom prst="line">
            <a:avLst/>
          </a:prstGeom>
          <a:noFill/>
          <a:ln w="1905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608576" y="280720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608576" y="2807208"/>
            <a:ext cx="1965960" cy="201168"/>
          </a:xfrm>
          <a:prstGeom prst="rect">
            <a:avLst/>
          </a:prstGeom>
          <a:solidFill>
            <a:srgbClr val="6B4F9E"/>
          </a:solidFill>
          <a:ln w="12700">
            <a:solidFill>
              <a:srgbClr val="6B4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81728" y="3081528"/>
            <a:ext cx="347472" cy="347472"/>
          </a:xfrm>
          <a:prstGeom prst="ellipse">
            <a:avLst/>
          </a:prstGeom>
          <a:solidFill>
            <a:srgbClr val="6B4F9E"/>
          </a:solidFill>
          <a:ln w="12700">
            <a:solidFill>
              <a:srgbClr val="6B4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81728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84064" y="3063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00016" y="352044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SnpEff 4.3q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574536" y="3493008"/>
            <a:ext cx="201168" cy="0"/>
          </a:xfrm>
          <a:prstGeom prst="line">
            <a:avLst/>
          </a:prstGeom>
          <a:noFill/>
          <a:ln w="1905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775704" y="2807208"/>
            <a:ext cx="1965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775704" y="2807208"/>
            <a:ext cx="196596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48856" y="308152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848856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251192" y="3063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Figures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867144" y="3520440"/>
            <a:ext cx="1801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(ggplot2, maftools)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BQSR skipped — required canine known variants VCF (Canis_familiaris_V89.vcf) is not publicly available.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0972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097280"/>
            <a:ext cx="425196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972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Issues (BWA-MEM)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426464"/>
            <a:ext cx="40507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index failed -- </a:t>
            </a:r>
            <a:r>
              <a:rPr lang="en-US" sz="1000" dirty="0" err="1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wget</a:t>
            </a: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blocked by </a:t>
            </a:r>
            <a:r>
              <a:rPr lang="en-US" sz="1000" dirty="0" err="1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</a:t>
            </a: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FTP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curl (release-104)</a:t>
            </a:r>
            <a:endParaRPr lang="en-US" sz="10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19/52 samples failed mid-alignment: 'No space left on device’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reducing job concurrency from %12 to %6</a:t>
            </a:r>
            <a:endParaRPr lang="en-US" sz="10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samples had corrupted BAMs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full re-alignment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5152" y="109728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5152" y="1097280"/>
            <a:ext cx="4251960" cy="292608"/>
          </a:xfrm>
          <a:prstGeom prst="rect">
            <a:avLst/>
          </a:prstGeom>
          <a:solidFill>
            <a:srgbClr val="4A7EB5"/>
          </a:solidFill>
          <a:ln w="1270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0972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Mutect2 Timeouts &amp; Missing Outputs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426464"/>
            <a:ext cx="40507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26 pairs timed out at 24hr wall limit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Resubmitted with 48hr limit</a:t>
            </a:r>
            <a:endParaRPr lang="en-US" sz="10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pairs missing f1r2.tar.gz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ran without --f1r2-tar-gz flag</a:t>
            </a:r>
            <a:endParaRPr lang="en-US" sz="10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pairs (T-1087, M-1166) had corrupted VCFs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24hr, 48hr, and 72hr reruns also timed out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97180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971800"/>
            <a:ext cx="4251960" cy="292608"/>
          </a:xfrm>
          <a:prstGeom prst="rect">
            <a:avLst/>
          </a:prstGeom>
          <a:solidFill>
            <a:srgbClr val="6B4F9E"/>
          </a:solidFill>
          <a:ln w="12700">
            <a:solidFill>
              <a:srgbClr val="6B4F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SnpEff Annotation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300984"/>
            <a:ext cx="40507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CanFam3.1.86 database not pre-installed on Xanadu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downloading database to /scratch/sballas/snpEff_data/ with -dataDir flag</a:t>
            </a:r>
            <a:endParaRPr lang="en-US" sz="10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 failed silently; second run produced empty VCFs — existing files blocked bgzip/tabix; fixed with -f flag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45152" y="297180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45152" y="2971800"/>
            <a:ext cx="4251960" cy="292608"/>
          </a:xfrm>
          <a:prstGeom prst="rect">
            <a:avLst/>
          </a:prstGeom>
          <a:solidFill>
            <a:srgbClr val="C06A1A"/>
          </a:solidFill>
          <a:ln w="12700">
            <a:solidFill>
              <a:srgbClr val="C06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9718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Samples &amp; BQSR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300984"/>
            <a:ext cx="405079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T-343 (SRR11352525) excluded: matched normal SRR11392176 unavailable in SRA</a:t>
            </a:r>
            <a:endParaRPr lang="en-US" sz="10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BQSR skipped</a:t>
            </a:r>
          </a:p>
          <a:p>
            <a:pPr marL="628650" lvl="1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Canis_familiaris_V89.vcf </a:t>
            </a:r>
          </a:p>
          <a:p>
            <a:pPr marL="1085850" lvl="2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publicly available</a:t>
            </a:r>
            <a:endParaRPr lang="en-US" sz="10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analysis based on 24 paired samples instead of 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Variant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SNV counts per sample and mutation type distribution (Figures 1a &amp; 1b)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5674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1a — SNV Counts by Disease-Free Interval (DFI)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55142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1b — Mutation Type Distribution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649724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My variant counts are higher than Das et al. because I used all PASS variants; the paper used protein-coding variants only. This difference is documented as a pipeline limitation.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BF9A12-BDFC-B792-F06B-12D19C4B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36" y="1042416"/>
            <a:ext cx="3875167" cy="34838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8E9D2B1-68B8-83BE-42C6-5A7149831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334" y="969785"/>
            <a:ext cx="4058346" cy="3648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Oncoprint of top recurrently mutated genes (Figure 2a)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-2483085" y="960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2a — Oncoprint of recurrently mutated genes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1573" y="1312164"/>
            <a:ext cx="3123164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recurrently mutated genes examined across 24 tumor samples. TP53 expected as most frequently mutated gene consistent with Das et al. findings.</a:t>
            </a:r>
            <a:endParaRPr lang="en-US" sz="9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5485EB-1B2D-D17B-C764-9F45EA97B7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994"/>
          <a:stretch>
            <a:fillRect/>
          </a:stretch>
        </p:blipFill>
        <p:spPr>
          <a:xfrm>
            <a:off x="3561970" y="378716"/>
            <a:ext cx="5420457" cy="43860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TP53 &amp; Survival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Kaplan-Meier: TP53 missense vs. wild-type/null (Figure 6a)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Paper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309546"/>
              </p:ext>
            </p:extLst>
          </p:nvPr>
        </p:nvGraphicFramePr>
        <p:xfrm>
          <a:off x="5486400" y="1463040"/>
          <a:ext cx="3383280" cy="2225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(pairs)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BQSR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TP53 filtering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allele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PASS variants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0" y="37490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reasons for discrepancy: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BQSR skipped may affect variant sensitivity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allele frequency data to select dominant TP53 mutation per sample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T-29C has no TP53 variants after PASS filtering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n (24 vs 26).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12174" y="475177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6a — KM plot: TP53 missense mutation status vs. disease-free interval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41F713-7726-667E-029C-E8F2CE7D4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68" y="1267910"/>
            <a:ext cx="3875168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7472" y="1207008"/>
            <a:ext cx="292608" cy="2926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1887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BQSR Skipped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15179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Canis_familiaris_V89.vcf required for BQSR is not publicly available. Instead the pipeline goes directly from MarkDuplicates to Mutect2, which may affect variant sensitivity.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18304" y="111556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9744" y="1207008"/>
            <a:ext cx="292608" cy="2926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75504" y="11887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Excluded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9744" y="15179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T-343: matched normal unavailable in SRA.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T-1087 &amp; M-1166: Mutect2 timed out at 72hr on chr15/chr12 respectively. 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 = 24 pairs.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35000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47472" y="2441448"/>
            <a:ext cx="292608" cy="2926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24231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Filtering Difference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7472" y="275234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all PASS variants. Das et al. used protein-coding variants only. My SNV counts per sample are higher as a result (Fig 1a).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18304" y="235000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9744" y="2441448"/>
            <a:ext cx="292608" cy="2926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9744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75504" y="24231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TP53 Dominant Allele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9744" y="275234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could not select the dominant TP53 mutation per sample due to lack of allele frequency data. Which likely contributes to the non-significant KM result (p=0.79 vs p=0.002).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358444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7472" y="3675888"/>
            <a:ext cx="292608" cy="2926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7472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3657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Not Reproduced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7472" y="398678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Figs 1c/1d (NMF signatures), 2b (CNV — Sequenza not run), 3a-3d (microarray data) were out of scope for this analysis.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18304" y="3584448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09744" y="3675888"/>
            <a:ext cx="292608" cy="29260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09744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75504" y="36576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SnpEff Version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09744" y="398678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SnpEff 4.3q used (same as pre-installed on Xanadu)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CanFam3.1.86 downloaded to scratch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&amp; Key Takeaways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C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from this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" y="1115568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6032" y="1115568"/>
            <a:ext cx="41605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115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is Hard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463040"/>
            <a:ext cx="3959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a well-documented paper and public data, strict technical reproduction was impossible (BQSR) and impractical in some areas (protein-coding-only filtering). Broad conceptual reproduction is a more realistic goal.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18304" y="1115568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18304" y="1115568"/>
            <a:ext cx="4160520" cy="292608"/>
          </a:xfrm>
          <a:prstGeom prst="rect">
            <a:avLst/>
          </a:prstGeom>
          <a:solidFill>
            <a:srgbClr val="4A7EB5"/>
          </a:solidFill>
          <a:ln w="12700">
            <a:solidFill>
              <a:srgbClr val="4A7E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28032" y="1115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Troubleshooting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28032" y="1463040"/>
            <a:ext cx="3959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log forensics — checking timestamps, file integrity, etc— is essential. Silent failures (empty VCFs, blocked downloads) are common.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871216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871216"/>
            <a:ext cx="4160520" cy="2926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8712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Robustness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18688"/>
            <a:ext cx="3959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limits, staged reruns, and modular scripts made it possible to recover from failures without restarting from scratch.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18304" y="2871216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18304" y="2871216"/>
            <a:ext cx="4160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28712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Insight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3218688"/>
            <a:ext cx="39593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non-significant KM result, the oncoprint and mutation landscape still reflect the core finding of Das et al. In which TP53 was seen as the dominant driver gene in canine osteosarcoma.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"/>
            <a:ext cx="9144000" cy="50017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640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227914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https://github.com/stephanieballas/ISG5312FinalProject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endParaRPr lang="en-US" sz="2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5001768"/>
            <a:ext cx="64008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et al. (2021) Reproduction  |  ISG5312  |  Stephanie Ballas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5001768"/>
            <a:ext cx="640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481328"/>
            <a:ext cx="587759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endParaRPr lang="en-US" sz="95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C02D0C60-BD53-64A9-1A81-2BB5FFE01029}"/>
              </a:ext>
            </a:extLst>
          </p:cNvPr>
          <p:cNvSpPr/>
          <p:nvPr/>
        </p:nvSpPr>
        <p:spPr>
          <a:xfrm>
            <a:off x="794550" y="2682476"/>
            <a:ext cx="7526489" cy="45719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1572768"/>
            <a:ext cx="27432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Variant Calling in Canine Osteosarcoma</a:t>
            </a:r>
          </a:p>
          <a:p>
            <a:pPr marL="0" indent="0" algn="ctr">
              <a:buNone/>
            </a:pPr>
            <a:endParaRPr lang="en-US" sz="1200" dirty="0">
              <a:solidFill>
                <a:srgbClr val="6B9D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of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6B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S, </a:t>
            </a:r>
            <a:r>
              <a:rPr lang="en-US" sz="1200" dirty="0" err="1">
                <a:solidFill>
                  <a:srgbClr val="6B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Idate</a:t>
            </a:r>
            <a:r>
              <a:rPr lang="en-US" sz="1200" dirty="0">
                <a:solidFill>
                  <a:srgbClr val="6B9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R, Regan DP, Fowles JS, Lana SE, Thamm DH, Gustafson DL, Duval DL. (2021). Immune pathways and TP53 missense mutations are associated with longer survival in canine osteosarcoma. Communications Biology, 4:1178. https://doi.org/10.1038/s42003-021-02683-0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100" dirty="0">
              <a:solidFill>
                <a:srgbClr val="C8D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100" dirty="0">
              <a:solidFill>
                <a:srgbClr val="C8D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100" dirty="0">
              <a:solidFill>
                <a:srgbClr val="C8D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100" dirty="0">
              <a:solidFill>
                <a:srgbClr val="C8D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endParaRPr lang="en-US" sz="1100" dirty="0">
              <a:solidFill>
                <a:srgbClr val="C8D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26 tumor-normal pairs successfully processed through GATK Mutect2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annotated with SnpEff (CanFam3.1.86); SNV landscape broadly consistent with Das et al.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limitation: BQSR skipped; protein-coding filter not applied; TP53 KM result non-significant (p=0.79)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documented and reproducible at github.com/stephanieballas/ISG5312FinalProject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ISG5312  |  Spring 2026  |  Stephanie Ballas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1406</Words>
  <Application>Microsoft Office PowerPoint</Application>
  <PresentationFormat>On-screen Show (16:9)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Somatic Variant Calling in Canine Osteosarcoma</dc:title>
  <dc:subject>PptxGenJS Presentation</dc:subject>
  <dc:creator>Stephanie Ballas</dc:creator>
  <cp:lastModifiedBy>Ballas, Stephanie</cp:lastModifiedBy>
  <cp:revision>1</cp:revision>
  <dcterms:created xsi:type="dcterms:W3CDTF">2026-04-27T23:22:51Z</dcterms:created>
  <dcterms:modified xsi:type="dcterms:W3CDTF">2026-04-28T00:32:13Z</dcterms:modified>
</cp:coreProperties>
</file>